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Lora" pitchFamily="34" charset="0"/>
      <p:regular r:id="rId15"/>
    </p:embeddedFont>
    <p:embeddedFont>
      <p:font typeface="Lora" pitchFamily="34" charset="-122"/>
      <p:regular r:id="rId16"/>
    </p:embeddedFont>
    <p:embeddedFont>
      <p:font typeface="Lora" pitchFamily="34" charset="-120"/>
      <p:regular r:id="rId17"/>
    </p:embeddedFont>
    <p:embeddedFont>
      <p:font typeface="Source Sans 3 Bold" panose="020B0303030403020204" pitchFamily="34" charset="0"/>
      <p:bold r:id="rId18"/>
    </p:embeddedFont>
    <p:embeddedFont>
      <p:font typeface="Source Sans 3 Bold" panose="020B0303030403020204" pitchFamily="34" charset="-122"/>
      <p:bold r:id="rId19"/>
    </p:embeddedFont>
    <p:embeddedFont>
      <p:font typeface="Source Sans 3 Bold" panose="020B0303030403020204" pitchFamily="34" charset="-120"/>
      <p:bold r:id="rId20"/>
    </p:embeddedFont>
    <p:embeddedFont>
      <p:font typeface="Source Sans 3" panose="020B0303030403020204" pitchFamily="34" charset="0"/>
      <p:regular r:id="rId21"/>
    </p:embeddedFont>
    <p:embeddedFont>
      <p:font typeface="Source Sans 3" panose="020B0303030403020204" pitchFamily="34" charset="-122"/>
      <p:regular r:id="rId22"/>
    </p:embeddedFont>
    <p:embeddedFont>
      <p:font typeface="Source Sans 3" panose="020B0303030403020204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48780"/>
            <a:ext cx="10795524" cy="1173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NextGen Online Retail and Order Management Platform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921099"/>
            <a:ext cx="10795524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Project purpose: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Deliver a maintainable, relational platform that unifies storefront, order processing, payments, and delivery tracking.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17165" y="3783806"/>
            <a:ext cx="10476444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Team: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Varshitha - 2510030400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              Harini - 2510030374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4646513"/>
            <a:ext cx="10795524" cy="8627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Problem (one-line):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Disconnected retail systems cause duplicate data, tracking gaps, and inconsistent inventory.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Main system flow: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Customer → Product → Cart → Order → Payment → Delivery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73882"/>
            <a:ext cx="10795524" cy="4694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Novelty of the Proposed DBMS Methodology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7865" y="2267585"/>
            <a:ext cx="10795635" cy="33928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Centralized Database: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All customer, product, order, payment and delivery data are managed in one PostgreSQL database.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Integrated Modules: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Customer → Product → Cart → Order → Payment → Delivery are connected.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Reduced Data Duplication: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Normalized tables help avoid repeated data.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Real-Time Data Consistency: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Inventory and order information can be updated through connected modules.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Modular Design: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New features such as analytics or AI recommendations can be added easily.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Better Tracking: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The system provides a connected view of orders, stock, payments and delivery.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Report Generation: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Centralized data can be used to generate order, sales, stock and customer reports.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97510" y="5219005"/>
            <a:ext cx="4899200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7510" y="5631954"/>
            <a:ext cx="4899200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94985" y="5631954"/>
            <a:ext cx="4899200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9970"/>
            <a:ext cx="10795524" cy="447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 &amp; Adaptability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359595"/>
            <a:ext cx="11405108" cy="2969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Architecture:</a:t>
            </a:r>
            <a:r>
              <a:rPr lang="en-US" sz="14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React UI → Node/Express API → PostgreSQL (managed via pgAdmin 4)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64147"/>
            <a:ext cx="4039888" cy="40399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08060" y="3296444"/>
            <a:ext cx="6291800" cy="16750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Layered design:</a:t>
            </a:r>
            <a:r>
              <a:rPr lang="en-US" sz="14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UI, API, Data layers for separation of concerns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Independent modules:</a:t>
            </a:r>
            <a:r>
              <a:rPr lang="en-US" sz="14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Customer, Product, Cart, Order, Inventory, Payment, Delivery, Reports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Adaptability:</a:t>
            </a:r>
            <a:r>
              <a:rPr lang="en-US" sz="14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add or replace modules with minimal impact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Relational DB:</a:t>
            </a:r>
            <a:r>
              <a:rPr lang="en-US" sz="14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supports connected modules and evolving business rules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346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Design &amp; Methodology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03309" y="914638"/>
            <a:ext cx="5828063" cy="5828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0" y="1708785"/>
            <a:ext cx="5828665" cy="3757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altLang="en-US" sz="3600" baseline="-250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Core Entities: Customer, Product, Order</a:t>
            </a: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altLang="en-US" sz="3600" baseline="-250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Supporting Tables: Cart, Order Item, Inventory, Payment, Delivery, Review</a:t>
            </a: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altLang="en-US" sz="3600" baseline="-250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Foreign Keys: Connect tables and maintain relationships</a:t>
            </a: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altLang="en-US" sz="3600" baseline="-250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Normalization: Reduces duplicate data</a:t>
            </a: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altLang="en-US" sz="3600" baseline="-250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Outcome: Connected and organized database</a:t>
            </a:r>
            <a:endParaRPr lang="en-US" altLang="en-US" sz="3600" baseline="-25000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372"/>
            <a:ext cx="10795524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Workflow &amp; Implementation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20" y="981571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3959897"/>
            <a:ext cx="1576134" cy="285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3959897"/>
            <a:ext cx="1576134" cy="285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3959897"/>
            <a:ext cx="1576134" cy="285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3959897"/>
            <a:ext cx="1576134" cy="285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3959897"/>
            <a:ext cx="1576134" cy="285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7865" y="4645025"/>
            <a:ext cx="1140523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Backend implementation steps:</a:t>
            </a:r>
            <a:endParaRPr lang="en-US" sz="1600" b="1" dirty="0">
              <a:solidFill>
                <a:srgbClr val="3A3630"/>
              </a:solidFill>
              <a:latin typeface="Source Sans 3 Bold" panose="020B0303030403020204" pitchFamily="34" charset="0"/>
              <a:ea typeface="Source Sans 3 Bold" panose="020B0303030403020204" pitchFamily="34" charset="-122"/>
              <a:cs typeface="Source Sans 3 Bold" panose="020B0303030403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8086" y="5212060"/>
            <a:ext cx="10795524" cy="853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60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Validate cart &amp; calculate totals</a:t>
            </a:r>
            <a:endParaRPr lang="en-US" dirty="0"/>
          </a:p>
          <a:p>
            <a:pPr marL="182880" indent="-182880" algn="l">
              <a:lnSpc>
                <a:spcPct val="1060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Create Order and Order_Item records</a:t>
            </a:r>
            <a:endParaRPr lang="en-US" dirty="0"/>
          </a:p>
          <a:p>
            <a:pPr marL="182880" indent="-182880" algn="l">
              <a:lnSpc>
                <a:spcPct val="1060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Record payment status (pending/confirmed/failed)</a:t>
            </a:r>
            <a:endParaRPr lang="en-US" dirty="0"/>
          </a:p>
          <a:p>
            <a:pPr marL="182880" indent="-182880" algn="l">
              <a:lnSpc>
                <a:spcPct val="10600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Update Inventory (decrement, trigger low-stock alerts)</a:t>
            </a:r>
            <a:endParaRPr lang="en-US" dirty="0"/>
          </a:p>
          <a:p>
            <a:pPr marL="182880" indent="-182880" algn="l">
              <a:lnSpc>
                <a:spcPct val="106000"/>
              </a:lnSpc>
              <a:buSzPct val="100000"/>
              <a:buFont typeface="+mj-lt"/>
              <a:buAutoNum type="arabicPeriod" startAt="5"/>
            </a:pPr>
            <a:r>
              <a:rPr lang="en-US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Update Delivery status and schedule</a:t>
            </a:r>
            <a:endParaRPr lang="en-US" dirty="0">
              <a:solidFill>
                <a:srgbClr val="3A3630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1344"/>
            <a:ext cx="10795524" cy="425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 Evaluation &amp; Testing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98086" y="1446609"/>
            <a:ext cx="5177303" cy="2449215"/>
          </a:xfrm>
          <a:prstGeom prst="roundRect">
            <a:avLst>
              <a:gd name="adj" fmla="val 1107"/>
            </a:avLst>
          </a:prstGeom>
          <a:solidFill>
            <a:srgbClr val="FEF5E7"/>
          </a:solidFill>
          <a:ln w="25399">
            <a:solidFill>
              <a:srgbClr val="D9CD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4257" y="1652786"/>
            <a:ext cx="4764960" cy="2659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Testing checklist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04257" y="2082502"/>
            <a:ext cx="4764960" cy="1607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Data insertion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Data retrieval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Table relationships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Constraints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Complete order flow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322656" y="1446609"/>
          <a:ext cx="9143771" cy="4163114"/>
        </p:xfrm>
        <a:graphic>
          <a:graphicData uri="http://schemas.openxmlformats.org/drawingml/2006/table">
            <a:tbl>
              <a:tblPr/>
              <a:tblGrid>
                <a:gridCol w="2070921"/>
                <a:gridCol w="1553191"/>
                <a:gridCol w="1553191"/>
              </a:tblGrid>
              <a:tr h="76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Test Area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Purpose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Expected Result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</a:tr>
              <a:tr h="7667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Data insertion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Verify records save correctly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Rows persisted with PKs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</a:tr>
              <a:tr h="1042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Relationships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Enforce referential integrity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FKs prevent orphan records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</a:tr>
              <a:tr h="15904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Order flow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Ensure lifecycle correctness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630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Order → Payment → Inventory → Delivery updated</a:t>
                      </a:r>
                      <a:endParaRPr lang="en-US" sz="14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80778" marR="180778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98086" y="5991027"/>
            <a:ext cx="11405108" cy="275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Include DB / app screenshot placeholders showing test queries and sample order record.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393726"/>
            <a:ext cx="6223638" cy="938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Dissemination, Accessibility &amp; Practical Outcomes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98086" y="2631678"/>
            <a:ext cx="6223638" cy="28324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Centralized access: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admins and analysts can query unified data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Reports provided: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Order Report, Product/Stock Report, Sales Summary, Customer Information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Accessibility: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consistent API endpoints and pgAdmin for DB access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Practical outcomes: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easier tracking, reliable reports, reduced reconciliation effort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Before → After: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Duplicate data → Centralized DB; Difficult tracking → Connected modules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07244"/>
            <a:ext cx="10795524" cy="4694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Scope — Key Takeaway — Conclusion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2501702"/>
            <a:ext cx="6282672" cy="2124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Future scope: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Payment gateway integration; advanced analytics &amp; dashboards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AI enhancements: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product recommendations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Deployment: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cloud deployment and horizontal scaling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Key takeaway:</a:t>
            </a:r>
            <a:r>
              <a:rPr lang="en-US" sz="15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A centralized relational database makes online retail data easier to manage, connect, and analyze.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4805561"/>
            <a:ext cx="6892256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Thank you 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664" y="1800126"/>
            <a:ext cx="4026196" cy="40262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3314</Words>
  <Application>WPS Presentation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Lora</vt:lpstr>
      <vt:lpstr>Lora</vt:lpstr>
      <vt:lpstr>Lora</vt:lpstr>
      <vt:lpstr>Source Sans 3 Bold</vt:lpstr>
      <vt:lpstr>Source Sans 3 Bold</vt:lpstr>
      <vt:lpstr>Source Sans 3 Bold</vt:lpstr>
      <vt:lpstr>Source Sans 3</vt:lpstr>
      <vt:lpstr>Source Sans 3</vt:lpstr>
      <vt:lpstr>Source Sans 3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 VARSHITHA REDDY</cp:lastModifiedBy>
  <cp:revision>5</cp:revision>
  <dcterms:created xsi:type="dcterms:W3CDTF">2026-09-17T07:19:00Z</dcterms:created>
  <dcterms:modified xsi:type="dcterms:W3CDTF">2026-09-17T08:40:41Z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BBCC06D3188A4E15830ED7C878B6945C_12</vt:lpwstr>
  </property>
</Properties>
</file>